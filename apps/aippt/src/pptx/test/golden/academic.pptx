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556" d="1000"/>
          <a:sy n="1556" d="1000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  <a:lvl2pPr/>
      <a:lvl3pPr/>
      <a:lvl4pPr/>
      <a:lvl5pPr/>
      <a:lvl6pPr/>
      <a:lvl7pPr/>
      <a:lvl8pPr/>
      <a:lvl9pPr/>
    </p:titleStyle>
    <p:bodyStyle>
      <a:lvl1pPr>
        <a:defRPr sz="1800"/>
      </a:lvl1pPr>
      <a:lvl2pPr/>
      <a:lvl3pPr/>
      <a:lvl4pPr/>
      <a:lvl5pPr/>
      <a:lvl6pPr/>
      <a:lvl7pPr/>
      <a:lvl8pPr/>
      <a:lvl9pPr/>
    </p:bodyStyle>
    <p:otherStyle>
      <a:lvl1pPr>
        <a:defRPr sz="1800"/>
      </a:lvl1pPr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RoundedRect 3"/>
          <p:cNvSpPr/>
          <p:nvPr/>
        </p:nvSpPr>
        <p:spPr>
          <a:xfrm>
            <a:off x="914400" y="1554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</p:spPr>
        <p:txBody>
          <a:bodyPr wrap="square" anchor="ctr" lIns="45720" tIns="18288" rIns="45720" bIns="18288">
            <a:noAutofit/>
          </a:bodyPr>
          <a:lstStyle/>
          <a:p>
            <a:pPr algn="center"/>
            <a:r>
              <a:rPr sz="1100" b="1" lang="zh-CN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AI 生成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42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字节级回归基线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fixture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0" b="1" lang="zh-CN">
                <a:solidFill>
                  <a:srgbClr val="EDE9FE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Rect 3"/>
          <p:cNvSpPr/>
          <p:nvPr/>
        </p:nvSpPr>
        <p:spPr>
          <a:xfrm>
            <a:off x="914400" y="3246120"/>
            <a:ext cx="822960" cy="914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36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章节一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章节说明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要点页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7C3AED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548640" y="1508760"/>
            <a:ext cx="11064240" cy="43891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要点一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要点二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要点三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4E2F0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双栏页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7C3AED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6126480" y="1371600"/>
            <a:ext cx="0" cy="4663440"/>
          </a:xfrm>
          <a:prstGeom prst="line">
            <a:avLst/>
          </a:prstGeom>
          <a:ln w="12700">
            <a:solidFill>
              <a:srgbClr val="E4E2F0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左栏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011680"/>
            <a:ext cx="521208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左一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左二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右栏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右一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右二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4E2F0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数据页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7C3AED"/>
            </a:solidFill>
          </a:ln>
        </p:spPr>
      </p:cxnSp>
      <p:sp>
        <p:nvSpPr>
          <p:cNvPr id="4" name="Rect 4"/>
          <p:cNvSpPr/>
          <p:nvPr/>
        </p:nvSpPr>
        <p:spPr>
          <a:xfrm>
            <a:off x="548640" y="1554480"/>
            <a:ext cx="347472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E4E2F0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指标一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047857"/>
                </a:solidFill>
                <a:latin typeface="Arial"/>
                <a:ea typeface="Microsoft YaHei"/>
                <a:cs typeface="Arial"/>
              </a:rPr>
              <a:t>↑ 10%</a:t>
            </a:r>
          </a:p>
        </p:txBody>
      </p:sp>
      <p:sp>
        <p:nvSpPr>
          <p:cNvPr id="8" name="Rect 8"/>
          <p:cNvSpPr/>
          <p:nvPr/>
        </p:nvSpPr>
        <p:spPr>
          <a:xfrm>
            <a:off x="4343400" y="1554480"/>
            <a:ext cx="3474720" cy="1737360"/>
          </a:xfrm>
          <a:prstGeom prst="rect">
            <a:avLst/>
          </a:prstGeom>
          <a:solidFill>
            <a:srgbClr val="F5F3FF"/>
          </a:solidFill>
          <a:ln w="12700">
            <a:solidFill>
              <a:srgbClr val="E4E2F0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Box 9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指标二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047857"/>
                </a:solidFill>
                <a:latin typeface="Arial"/>
                <a:ea typeface="Microsoft YaHei"/>
                <a:cs typeface="Arial"/>
              </a:rPr>
              <a:t>↓ 5%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4E2F0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5A3C2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048" y="2651760"/>
            <a:ext cx="457200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4000" b="1" lang="zh-CN">
                <a:solidFill>
                  <a:srgbClr val="1E1B4B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3048" y="3566160"/>
            <a:ext cx="45720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1400" lang="zh-CN">
                <a:solidFill>
                  <a:srgbClr val="4C4A6B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pt Theme">
  <a:themeElements>
    <a:clrScheme name="ai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pp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aippt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aippt deck</dc:title>
  <dc:creator>aippt</dc:creator>
  <cp:lastModifiedBy>aippt</cp:lastModifiedBy>
  <dcterms:created xsi:type="dcterms:W3CDTF">2024-01-01T00:00:00Z</dcterms:created>
  <dcterms:modified xsi:type="dcterms:W3CDTF">2024-01-01T00:00:00Z</dcterms:modified>
</cp:coreProperties>
</file>