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>
      <p:cViewPr varScale="1">
        <p:scale>
          <a:sx n="1556" d="1000"/>
          <a:sy n="1556" d="1000"/>
        </p:scale>
        <p:origin x="0" y="0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Relationship Id="rId11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  <a:lvl2pPr/>
      <a:lvl3pPr/>
      <a:lvl4pPr/>
      <a:lvl5pPr/>
      <a:lvl6pPr/>
      <a:lvl7pPr/>
      <a:lvl8pPr/>
      <a:lvl9pPr/>
    </p:titleStyle>
    <p:bodyStyle>
      <a:lvl1pPr>
        <a:defRPr sz="1800"/>
      </a:lvl1pPr>
      <a:lvl2pPr/>
      <a:lvl3pPr/>
      <a:lvl4pPr/>
      <a:lvl5pPr/>
      <a:lvl6pPr/>
      <a:lvl7pPr/>
      <a:lvl8pPr/>
      <a:lvl9pPr/>
    </p:bodyStyle>
    <p:otherStyle>
      <a:lvl1pPr>
        <a:defRPr sz="1800"/>
      </a:lvl1pPr>
      <a:lvl2pPr/>
      <a:lvl3pPr/>
      <a:lvl4pPr/>
      <a:lvl5pPr/>
      <a:lvl6pPr/>
      <a:lvl7pPr/>
      <a:lvl8pPr/>
      <a:lvl9pPr/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3F5E"/>
          </a:solidFill>
        </p:spPr>
        <p:txBody>
          <a:bodyPr/>
          <a:lstStyle/>
          <a:p>
            <a:endParaRPr lang="zh-CN"/>
          </a:p>
        </p:txBody>
      </p:sp>
      <p:sp>
        <p:nvSpPr>
          <p:cNvPr id="3" name="RoundedRect 3"/>
          <p:cNvSpPr/>
          <p:nvPr/>
        </p:nvSpPr>
        <p:spPr>
          <a:xfrm>
            <a:off x="914400" y="15544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1F2"/>
          </a:solidFill>
        </p:spPr>
        <p:txBody>
          <a:bodyPr wrap="square" anchor="ctr" lIns="45720" tIns="18288" rIns="45720" bIns="18288">
            <a:noAutofit/>
          </a:bodyPr>
          <a:lstStyle/>
          <a:p>
            <a:pPr algn="center"/>
            <a:r>
              <a:rPr sz="1100" b="1" lang="zh-CN">
                <a:solidFill>
                  <a:srgbClr val="F43F5E"/>
                </a:solidFill>
                <a:latin typeface="Arial"/>
                <a:ea typeface="Microsoft YaHei"/>
                <a:cs typeface="Arial"/>
              </a:rPr>
              <a:t>AI 生成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2240280"/>
            <a:ext cx="10332720" cy="118872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4200" b="1" lang="zh-CN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800" lang="zh-CN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字节级回归基线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100" lang="zh-CN">
                <a:solidFill>
                  <a:srgbClr val="B0B7C3"/>
                </a:solidFill>
                <a:latin typeface="Arial"/>
                <a:ea typeface="Microsoft YaHei"/>
                <a:cs typeface="Arial"/>
              </a:rPr>
              <a:t>fixture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1520" y="1097280"/>
            <a:ext cx="54864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1000" b="1" lang="zh-CN">
                <a:solidFill>
                  <a:srgbClr val="FFF1F2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3" name="Rect 3"/>
          <p:cNvSpPr/>
          <p:nvPr/>
        </p:nvSpPr>
        <p:spPr>
          <a:xfrm>
            <a:off x="914400" y="3246120"/>
            <a:ext cx="822960" cy="91440"/>
          </a:xfrm>
          <a:prstGeom prst="rect">
            <a:avLst/>
          </a:prstGeom>
          <a:solidFill>
            <a:srgbClr val="F43F5E"/>
          </a:solidFill>
        </p:spPr>
        <p:txBody>
          <a:bodyPr/>
          <a:lstStyle/>
          <a:p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914400" y="3520440"/>
            <a:ext cx="10332720" cy="82296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3600" b="1" lang="zh-CN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章节一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400" lang="zh-CN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章节说明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800" b="1" lang="zh-CN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要点页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48640" y="1051560"/>
            <a:ext cx="3291840" cy="0"/>
          </a:xfrm>
          <a:prstGeom prst="line">
            <a:avLst/>
          </a:prstGeom>
          <a:ln w="31750">
            <a:solidFill>
              <a:srgbClr val="F43F5E"/>
            </a:solidFill>
          </a:ln>
        </p:spPr>
      </p:cxnSp>
      <p:sp>
        <p:nvSpPr>
          <p:cNvPr id="4" name="TextBox 4"/>
          <p:cNvSpPr txBox="1"/>
          <p:nvPr/>
        </p:nvSpPr>
        <p:spPr>
          <a:xfrm>
            <a:off x="548640" y="1508760"/>
            <a:ext cx="11064240" cy="438912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sz="1700" lang="zh-CN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要点一</a:t>
            </a:r>
          </a:p>
          <a:p>
            <a:pPr marL="285750" indent="-285750">
              <a:buFont typeface="Arial"/>
              <a:buChar char="•"/>
            </a:pPr>
            <a:r>
              <a:rPr sz="1700" lang="zh-CN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要点二</a:t>
            </a:r>
          </a:p>
          <a:p>
            <a:pPr marL="285750" indent="-285750">
              <a:buFont typeface="Arial"/>
              <a:buChar char="•"/>
            </a:pPr>
            <a:r>
              <a:rPr sz="1700" lang="zh-CN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要点三</a:t>
            </a:r>
          </a:p>
        </p:txBody>
      </p:sp>
      <p:cxnSp>
        <p:nvCxnSpPr>
          <p:cNvPr id="5" name="Line 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12700">
            <a:solidFill>
              <a:srgbClr val="F3E8E8"/>
            </a:solidFill>
          </a:ln>
        </p:spPr>
      </p:cxnSp>
      <p:sp>
        <p:nvSpPr>
          <p:cNvPr id="6" name="TextBox 6"/>
          <p:cNvSpPr txBox="1"/>
          <p:nvPr/>
        </p:nvSpPr>
        <p:spPr>
          <a:xfrm>
            <a:off x="548640" y="6510528"/>
            <a:ext cx="73152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900" lang="zh-CN">
                <a:solidFill>
                  <a:srgbClr val="B0B7C3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07040" y="6510528"/>
            <a:ext cx="1033272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right"/>
            <a:r>
              <a:rPr sz="900" lang="zh-CN">
                <a:solidFill>
                  <a:srgbClr val="B0B7C3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800" b="1" lang="zh-CN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双栏页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48640" y="1051560"/>
            <a:ext cx="3291840" cy="0"/>
          </a:xfrm>
          <a:prstGeom prst="line">
            <a:avLst/>
          </a:prstGeom>
          <a:ln w="31750">
            <a:solidFill>
              <a:srgbClr val="F43F5E"/>
            </a:solidFill>
          </a:ln>
        </p:spPr>
      </p:cxnSp>
      <p:cxnSp>
        <p:nvCxnSpPr>
          <p:cNvPr id="4" name="Line 4"/>
          <p:cNvCxnSpPr/>
          <p:nvPr/>
        </p:nvCxnSpPr>
        <p:spPr>
          <a:xfrm>
            <a:off x="6126480" y="1371600"/>
            <a:ext cx="0" cy="4663440"/>
          </a:xfrm>
          <a:prstGeom prst="line">
            <a:avLst/>
          </a:prstGeom>
          <a:ln w="12700">
            <a:solidFill>
              <a:srgbClr val="F3E8E8"/>
            </a:solidFill>
          </a:ln>
        </p:spPr>
      </p:cxnSp>
      <p:sp>
        <p:nvSpPr>
          <p:cNvPr id="5" name="TextBox 5"/>
          <p:cNvSpPr txBox="1"/>
          <p:nvPr/>
        </p:nvSpPr>
        <p:spPr>
          <a:xfrm>
            <a:off x="548640" y="1463040"/>
            <a:ext cx="521208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800" b="1" lang="zh-CN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左栏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640" y="2011680"/>
            <a:ext cx="5212080" cy="38404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左一</a:t>
            </a:r>
          </a:p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左二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92240" y="1463040"/>
            <a:ext cx="512064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800" b="1" lang="zh-CN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右栏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92240" y="2011680"/>
            <a:ext cx="5120640" cy="38404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右一</a:t>
            </a:r>
          </a:p>
          <a:p>
            <a:pPr marL="285750" indent="-285750">
              <a:buFont typeface="Arial"/>
              <a:buChar char="•"/>
            </a:pPr>
            <a:r>
              <a:rPr sz="1400" lang="zh-CN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右二</a:t>
            </a:r>
          </a:p>
        </p:txBody>
      </p:sp>
      <p:cxnSp>
        <p:nvCxnSpPr>
          <p:cNvPr id="9" name="Line 9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12700">
            <a:solidFill>
              <a:srgbClr val="F3E8E8"/>
            </a:solidFill>
          </a:ln>
        </p:spPr>
      </p:cxnSp>
      <p:sp>
        <p:nvSpPr>
          <p:cNvPr id="10" name="TextBox 10"/>
          <p:cNvSpPr txBox="1"/>
          <p:nvPr/>
        </p:nvSpPr>
        <p:spPr>
          <a:xfrm>
            <a:off x="548640" y="6510528"/>
            <a:ext cx="73152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900" lang="zh-CN">
                <a:solidFill>
                  <a:srgbClr val="B0B7C3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07040" y="6510528"/>
            <a:ext cx="1033272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right"/>
            <a:r>
              <a:rPr sz="900" lang="zh-CN">
                <a:solidFill>
                  <a:srgbClr val="B0B7C3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800" b="1" lang="zh-CN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数据页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48640" y="1051560"/>
            <a:ext cx="3291840" cy="0"/>
          </a:xfrm>
          <a:prstGeom prst="line">
            <a:avLst/>
          </a:prstGeom>
          <a:ln w="31750">
            <a:solidFill>
              <a:srgbClr val="F43F5E"/>
            </a:solidFill>
          </a:ln>
        </p:spPr>
      </p:cxnSp>
      <p:sp>
        <p:nvSpPr>
          <p:cNvPr id="4" name="Rect 4"/>
          <p:cNvSpPr/>
          <p:nvPr/>
        </p:nvSpPr>
        <p:spPr>
          <a:xfrm>
            <a:off x="548640" y="1554480"/>
            <a:ext cx="3474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8E8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" name="TextBox 5"/>
          <p:cNvSpPr txBox="1"/>
          <p:nvPr/>
        </p:nvSpPr>
        <p:spPr>
          <a:xfrm>
            <a:off x="777240" y="182880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600" b="1" lang="zh-CN">
                <a:solidFill>
                  <a:srgbClr val="F43F5E"/>
                </a:solidFill>
                <a:latin typeface="Arial"/>
                <a:ea typeface="Microsoft YaHei"/>
                <a:cs typeface="Arial"/>
              </a:rPr>
              <a:t>100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7240" y="27889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200" lang="zh-CN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指标一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7240" y="23317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000" b="1" lang="zh-CN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↑ 10%</a:t>
            </a:r>
          </a:p>
        </p:txBody>
      </p:sp>
      <p:sp>
        <p:nvSpPr>
          <p:cNvPr id="8" name="Rect 8"/>
          <p:cNvSpPr/>
          <p:nvPr/>
        </p:nvSpPr>
        <p:spPr>
          <a:xfrm>
            <a:off x="4343400" y="1554480"/>
            <a:ext cx="3474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8E8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9" name="TextBox 9"/>
          <p:cNvSpPr txBox="1"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2600" b="1" lang="zh-CN">
                <a:solidFill>
                  <a:srgbClr val="F43F5E"/>
                </a:solidFill>
                <a:latin typeface="Arial"/>
                <a:ea typeface="Microsoft YaHei"/>
                <a:cs typeface="Arial"/>
              </a:rPr>
              <a:t>50%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2000" y="27889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200" lang="zh-CN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指标二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72000" y="2331720"/>
            <a:ext cx="301752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1000" b="1" lang="zh-CN">
                <a:solidFill>
                  <a:srgbClr val="10B981"/>
                </a:solidFill>
                <a:latin typeface="Arial"/>
                <a:ea typeface="Microsoft YaHei"/>
                <a:cs typeface="Arial"/>
              </a:rPr>
              <a:t>↓ 5%</a:t>
            </a:r>
          </a:p>
        </p:txBody>
      </p:sp>
      <p:cxnSp>
        <p:nvCxnSpPr>
          <p:cNvPr id="12" name="Line 12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12700">
            <a:solidFill>
              <a:srgbClr val="F3E8E8"/>
            </a:solidFill>
          </a:ln>
        </p:spPr>
      </p:cxnSp>
      <p:sp>
        <p:nvSpPr>
          <p:cNvPr id="13" name="TextBox 13"/>
          <p:cNvSpPr txBox="1"/>
          <p:nvPr/>
        </p:nvSpPr>
        <p:spPr>
          <a:xfrm>
            <a:off x="548640" y="6510528"/>
            <a:ext cx="73152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/>
            <a:r>
              <a:rPr sz="900" lang="zh-CN">
                <a:solidFill>
                  <a:srgbClr val="B0B7C3"/>
                </a:solidFill>
                <a:latin typeface="Arial"/>
                <a:ea typeface="Microsoft YaHei"/>
                <a:cs typeface="Arial"/>
              </a:rPr>
              <a:t>黄金测试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07040" y="6510528"/>
            <a:ext cx="1033272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right"/>
            <a:r>
              <a:rPr sz="900" lang="zh-CN">
                <a:solidFill>
                  <a:srgbClr val="B0B7C3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13048" y="2651760"/>
            <a:ext cx="4572000" cy="82296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center"/>
            <a:r>
              <a:rPr sz="4000" b="1" lang="zh-CN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谢谢观看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813048" y="3566160"/>
            <a:ext cx="4572000" cy="457200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 algn="center"/>
            <a:r>
              <a:rPr sz="1400" lang="zh-CN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ppt Theme">
  <a:themeElements>
    <a:clrScheme name="aipp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ippt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aippt</Application>
  <PresentationFormat>On-screen Show (16:9)</PresentationFormat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aippt deck</dc:title>
  <dc:creator>aippt</dc:creator>
  <cp:lastModifiedBy>aippt</cp:lastModifiedBy>
  <dcterms:created xsi:type="dcterms:W3CDTF">2024-01-01T00:00:00Z</dcterms:created>
  <dcterms:modified xsi:type="dcterms:W3CDTF">2024-01-01T00:00:00Z</dcterms:modified>
</cp:coreProperties>
</file>